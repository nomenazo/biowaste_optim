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6500B-5BDB-42DA-A17C-ED762DFA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0D7C5B-9E94-4B54-AF65-24B9FC4E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8D0E8A-BD2D-47CD-890D-7BB0BA7F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2EEAAB-3D6A-41F1-864E-24E35AA6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5D2DA5-6EA3-4772-81A2-9FE55DB5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448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DABAE-71C4-45FB-928A-7E0FDFC0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BC56D5-00B4-4C30-BB05-11908D237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391517-7666-4F7A-B0C0-8806B414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0333A2-B2DD-4939-8E31-9BFFD9DD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87F917-8D21-43DD-A390-599D549C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3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AE0097-6F38-4E8D-B46B-086DA77F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8252A9-F931-49D2-8748-0E9A234ED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1ABE4C-A4DC-402C-BD54-160A4CAB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663FE2-CC1C-40F2-A42A-8E63B867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26A160-052B-4131-9657-56968497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45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51B67-0F63-4CCE-9762-BD52C01C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756232-B059-4675-8FFA-6291CACC8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550AA7-DFFC-4788-BD03-F3F2629E9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93338E-0205-46DF-97CC-EB297E0E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FC7232-0A21-4456-8923-3C9A0B99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BB7FC3-DB90-411F-AA94-E8361EFF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36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B888B-F73C-4B86-9FED-643615FA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20A4FE-31B1-4014-B2F3-86D07E25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832819-A1C2-4A56-BEB4-B0BA190BB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0FB89B-751B-472D-B664-F50CBE9B7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2A8BE8-6AD1-4985-8034-0C96DDB43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20B43E-404A-4359-84DB-72E87590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8DFB2D-D617-4790-BB46-FF22C1F1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F7A3D34-DC98-4DA7-BAA5-8861DEC4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04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879B4-04A2-4D43-8DB6-8DECF1D4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B7D35A-2BEF-417E-8A9F-067EB2BF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B222D8-3620-4FFA-A393-8DA83F4F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E13DA4-BC10-4BC6-9484-DFF7BAB5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91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E39686C-94FC-4A1C-ADF5-8158124D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C8F021-372E-49A5-ACA3-696BA32C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7411A5-1F5B-4BEE-ABFD-A80FE418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5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F780A-641A-463C-963A-1BF0DF64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0BCC75-8404-4FB0-8CF1-F76D6E5C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0F699B-F3FA-48BA-BED1-D209B60E7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CDB01E-B0BB-4A7C-A302-BA268E5E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283CAF-F569-42DD-9369-61BE18F9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8FE831-0F36-43A5-8C44-C3B13F2C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84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CC2C0F-3CAE-4635-8C22-5863BA9C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FD6FF36-1340-4837-AD0A-EDC61565B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47C524-FA7C-448A-81B4-F5F732FE8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2E4BE2-5D78-4D4A-B915-7EC11330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519D70-4519-4A70-B049-09F6301E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72E067-E7BA-444E-986D-88CFA8D5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840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D0CF3-ACB3-4982-878E-539AD72D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DEEC82-D9F5-4322-8C19-3F63AC34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310B56-4E38-4D05-B296-5A8C6E1E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C504E7-36C7-4BE4-AD6E-1C46C2C1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50C609-7638-4F77-B68A-0F39B604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78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4623E12-8E36-45FB-8D72-A3DFA6CFC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2C7789-D170-4EE1-AD4E-4B972BB96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2D1B04-B966-4515-B8F8-2D6B89E4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A79BA6-8C1A-4B5A-BE43-00648F40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9501E-CF53-42BA-A120-1BB1A76B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63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35B6E3-E33D-4AC9-A7A4-53186005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295569-98F6-4CF1-95CC-9306D65B8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028B11-0F71-4C46-B8D7-936B99DC6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32634-A8AF-4E49-A833-41D9FDB83FD0}" type="datetimeFigureOut">
              <a:rPr lang="fr-FR" smtClean="0"/>
              <a:t>25/03/2026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65AA50-EE10-4909-8920-9D0AE93C6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E49F81-33A8-4B54-866E-6AC81614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7F45-B9C7-4A46-B2EB-DAFFF2169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40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5F2B2-D0F8-4269-B5B7-57CA2CDC37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12361F-120A-4580-B6D7-D50A1365E0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16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5216D-B174-4299-A13B-26100A89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Environemental</a:t>
            </a:r>
            <a:r>
              <a:rPr lang="fr-FR" dirty="0"/>
              <a:t> </a:t>
            </a:r>
            <a:r>
              <a:rPr lang="fr-FR" dirty="0" err="1"/>
              <a:t>optimization</a:t>
            </a:r>
            <a:r>
              <a:rPr lang="fr-FR" dirty="0"/>
              <a:t> of biowaste management system in a </a:t>
            </a:r>
            <a:r>
              <a:rPr lang="fr-FR" dirty="0" err="1"/>
              <a:t>territory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C6254E-A649-4109-A056-4E0362992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Objective : </a:t>
            </a:r>
            <a:r>
              <a:rPr lang="fr-FR" dirty="0" err="1"/>
              <a:t>Minimize</a:t>
            </a:r>
            <a:r>
              <a:rPr lang="fr-FR" dirty="0"/>
              <a:t> </a:t>
            </a:r>
            <a:r>
              <a:rPr lang="fr-FR" dirty="0" err="1"/>
              <a:t>environmental</a:t>
            </a:r>
            <a:r>
              <a:rPr lang="fr-FR" dirty="0"/>
              <a:t> impacts of the system (</a:t>
            </a:r>
            <a:r>
              <a:rPr lang="fr-FR" dirty="0" err="1"/>
              <a:t>climate</a:t>
            </a:r>
            <a:r>
              <a:rPr lang="fr-FR" dirty="0"/>
              <a:t> change, </a:t>
            </a:r>
            <a:r>
              <a:rPr lang="fr-FR" dirty="0" err="1"/>
              <a:t>ecosystem</a:t>
            </a:r>
            <a:r>
              <a:rPr lang="fr-FR" dirty="0"/>
              <a:t> </a:t>
            </a:r>
            <a:r>
              <a:rPr lang="fr-FR" dirty="0" err="1"/>
              <a:t>quality</a:t>
            </a:r>
            <a:r>
              <a:rPr lang="fr-FR" dirty="0"/>
              <a:t>, </a:t>
            </a:r>
            <a:r>
              <a:rPr lang="fr-FR" dirty="0" err="1"/>
              <a:t>human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)</a:t>
            </a:r>
          </a:p>
          <a:p>
            <a:pPr>
              <a:lnSpc>
                <a:spcPct val="150000"/>
              </a:lnSpc>
            </a:pPr>
            <a:r>
              <a:rPr lang="fr-FR" dirty="0"/>
              <a:t>Variable: </a:t>
            </a:r>
            <a:r>
              <a:rPr lang="fr-FR" dirty="0" err="1"/>
              <a:t>Quantity</a:t>
            </a:r>
            <a:r>
              <a:rPr lang="fr-FR" dirty="0"/>
              <a:t> of </a:t>
            </a:r>
            <a:r>
              <a:rPr lang="fr-FR" dirty="0" err="1"/>
              <a:t>waste</a:t>
            </a:r>
            <a:r>
              <a:rPr lang="fr-FR" dirty="0"/>
              <a:t> </a:t>
            </a:r>
            <a:r>
              <a:rPr lang="fr-FR" dirty="0" err="1"/>
              <a:t>produced</a:t>
            </a:r>
            <a:r>
              <a:rPr lang="fr-FR" dirty="0"/>
              <a:t> in a </a:t>
            </a:r>
            <a:r>
              <a:rPr lang="fr-FR" dirty="0" err="1"/>
              <a:t>municipality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sent to a </a:t>
            </a:r>
            <a:r>
              <a:rPr lang="fr-FR" dirty="0" err="1"/>
              <a:t>particular</a:t>
            </a:r>
            <a:r>
              <a:rPr lang="fr-FR" dirty="0"/>
              <a:t> </a:t>
            </a:r>
            <a:r>
              <a:rPr lang="fr-FR" dirty="0" err="1"/>
              <a:t>treatment</a:t>
            </a:r>
            <a:r>
              <a:rPr lang="fr-FR" dirty="0"/>
              <a:t> </a:t>
            </a:r>
            <a:r>
              <a:rPr lang="fr-FR" dirty="0" err="1"/>
              <a:t>technology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Constraints</a:t>
            </a:r>
            <a:r>
              <a:rPr lang="fr-FR" dirty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Capacity</a:t>
            </a:r>
            <a:r>
              <a:rPr lang="fr-FR" dirty="0"/>
              <a:t> (min and max) of a </a:t>
            </a:r>
            <a:r>
              <a:rPr lang="fr-FR" dirty="0" err="1"/>
              <a:t>technology</a:t>
            </a:r>
            <a:endParaRPr lang="fr-FR" dirty="0"/>
          </a:p>
          <a:p>
            <a:pPr lvl="1">
              <a:lnSpc>
                <a:spcPct val="150000"/>
              </a:lnSpc>
            </a:pPr>
            <a:r>
              <a:rPr lang="fr-FR" dirty="0" err="1"/>
              <a:t>Market</a:t>
            </a:r>
            <a:r>
              <a:rPr lang="fr-FR" dirty="0"/>
              <a:t> </a:t>
            </a:r>
            <a:r>
              <a:rPr lang="fr-FR" dirty="0" err="1"/>
              <a:t>constraints</a:t>
            </a:r>
            <a:r>
              <a:rPr lang="fr-FR" dirty="0"/>
              <a:t> for </a:t>
            </a:r>
            <a:r>
              <a:rPr lang="fr-FR" dirty="0" err="1"/>
              <a:t>coproducts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Consideration</a:t>
            </a:r>
            <a:r>
              <a:rPr lang="fr-FR" dirty="0"/>
              <a:t> of </a:t>
            </a:r>
            <a:r>
              <a:rPr lang="fr-FR" dirty="0" err="1"/>
              <a:t>existing</a:t>
            </a:r>
            <a:r>
              <a:rPr lang="fr-FR" dirty="0"/>
              <a:t> plants, and new </a:t>
            </a:r>
            <a:r>
              <a:rPr lang="fr-FR" dirty="0" err="1"/>
              <a:t>investments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34177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</Words>
  <Application>Microsoft Office PowerPoint</Application>
  <PresentationFormat>Grand écran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Environemental optimization of biowaste management system in a territory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Nomena Ravoahangy</dc:creator>
  <cp:lastModifiedBy>Nomena Ravoahangy</cp:lastModifiedBy>
  <cp:revision>3</cp:revision>
  <dcterms:created xsi:type="dcterms:W3CDTF">2026-03-25T15:02:58Z</dcterms:created>
  <dcterms:modified xsi:type="dcterms:W3CDTF">2026-03-25T15:22:48Z</dcterms:modified>
</cp:coreProperties>
</file>